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147483570" r:id="rId6"/>
    <p:sldId id="2147483587" r:id="rId7"/>
    <p:sldId id="2147483586" r:id="rId8"/>
    <p:sldId id="2147483581" r:id="rId9"/>
    <p:sldId id="21474835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BAD10C-6038-3AA7-B016-7F97126069EA}" name="NATTAWAT VITTAYAKOONSAKULCHAI" initials="NV" userId="S::nattawat@scb10x.com::3f02f0ca-dd05-45e9-a99a-3d6521375c72" providerId="AD"/>
  <p188:author id="{245BA871-1F05-3996-987F-A18B6EFFD24B}" name="Mukaya (Tai) Panich" initials="MP" userId="S::mukaya.panich@scb10x.com::ea2d8c35-b4d4-4522-b522-71c047501e35" providerId="AD"/>
  <p188:author id="{10EF59B5-E1A8-EEF7-679C-8E572C9D35C9}" name="VORAWAN WANGPANITKUL" initials="VW" userId="S::vorawan@scb10x.com::88893c5c-ec9d-4c66-bb2f-7c246ffd0951" providerId="AD"/>
  <p188:author id="{849C33CE-42E5-9489-F066-94C81A9C984E}" name="K17" initials="KP" userId="K17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3"/>
    <a:srgbClr val="000000"/>
    <a:srgbClr val="D6A03F"/>
    <a:srgbClr val="001633"/>
    <a:srgbClr val="008F00"/>
    <a:srgbClr val="003C32"/>
    <a:srgbClr val="0D2426"/>
    <a:srgbClr val="1B3F34"/>
    <a:srgbClr val="78997E"/>
    <a:srgbClr val="BC03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8" autoAdjust="0"/>
    <p:restoredTop sz="95921" autoAdjust="0"/>
  </p:normalViewPr>
  <p:slideViewPr>
    <p:cSldViewPr snapToGrid="0">
      <p:cViewPr varScale="1">
        <p:scale>
          <a:sx n="106" d="100"/>
          <a:sy n="106" d="100"/>
        </p:scale>
        <p:origin x="48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B4AAB2-0842-CD9A-64F3-6BE64CFB3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2C348-88B2-BBAF-94F2-1AC264758C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BE29B-3F8E-42E3-8AB2-92EBE30FFCBD}" type="datetimeFigureOut">
              <a:rPr lang="en-SG" smtClean="0"/>
              <a:t>9/4/2026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47C09-4A0A-5925-66B6-F14CC3B7AC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4C7BD-95F4-E893-EF99-ABAF4FA70E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54AF7-08B4-4C76-80F5-9084B0DD293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970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3BA18-9494-41FE-9A21-DEB47E60353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CDA4E-2563-4C94-98F0-B908237C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4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CDA4E-2563-4C94-98F0-B908237C68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8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40C6D48-970A-2D41-0F5C-FDE848E623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27165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7913CE1-4DD0-CFE8-6D5C-4D9F2524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47" y="3862469"/>
            <a:ext cx="10515600" cy="132556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25E15-1684-075A-D6AD-32B7410D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11AEC-F4A6-9631-91A0-038FA28EE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8AEEF-48F1-98BF-CCE4-57F453CC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59-D808-42DD-B0C7-F202636D56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21370-364E-D7B2-33B4-6D01303D3A31}"/>
              </a:ext>
            </a:extLst>
          </p:cNvPr>
          <p:cNvSpPr/>
          <p:nvPr userDrawn="1"/>
        </p:nvSpPr>
        <p:spPr>
          <a:xfrm>
            <a:off x="0" y="3864440"/>
            <a:ext cx="12192000" cy="29935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570F493-2443-28D7-11B7-753C14B28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269" y="492381"/>
            <a:ext cx="2206990" cy="184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69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1F095E-6541-D02E-895A-1F9D7E4158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4029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" name="Rectangle 4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32A043-D9AD-D5D4-B3A6-5A22D2F257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112" y="2967299"/>
            <a:ext cx="3193000" cy="480131"/>
          </a:xfrm>
        </p:spPr>
        <p:txBody>
          <a:bodyPr anchor="ctr"/>
          <a:lstStyle>
            <a:lvl1pPr marL="0" indent="0" algn="r">
              <a:buNone/>
              <a:defRPr sz="3200">
                <a:solidFill>
                  <a:schemeClr val="bg1"/>
                </a:solidFill>
              </a:defRPr>
            </a:lvl1pPr>
          </a:lstStyle>
          <a:p>
            <a:pPr marL="0" indent="0" algn="r">
              <a:buNone/>
            </a:pPr>
            <a:r>
              <a:rPr lang="en-SG" dirty="0">
                <a:solidFill>
                  <a:schemeClr val="bg1"/>
                </a:solidFill>
              </a:rPr>
              <a:t>Enter topic here</a:t>
            </a:r>
          </a:p>
        </p:txBody>
      </p:sp>
    </p:spTree>
    <p:extLst>
      <p:ext uri="{BB962C8B-B14F-4D97-AF65-F5344CB8AC3E}">
        <p14:creationId xmlns:p14="http://schemas.microsoft.com/office/powerpoint/2010/main" val="64576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01224D6-9729-07D4-A76A-B9DEF02AC7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3820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2EE272-1527-E83F-941B-659F31450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67058"/>
            <a:ext cx="8961120" cy="880251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2200"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slide title here</a:t>
            </a:r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0526A6A9-9144-C2A4-DF11-FFDA28DF6C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72438" y="436556"/>
            <a:ext cx="709961" cy="51922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A43B3E-D4CD-FB6B-C2DA-48DA2E882813}"/>
              </a:ext>
            </a:extLst>
          </p:cNvPr>
          <p:cNvCxnSpPr/>
          <p:nvPr userDrawn="1"/>
        </p:nvCxnSpPr>
        <p:spPr>
          <a:xfrm>
            <a:off x="609600" y="1047309"/>
            <a:ext cx="109727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4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296" userDrawn="1">
          <p15:clr>
            <a:srgbClr val="FBAE40"/>
          </p15:clr>
        </p15:guide>
        <p15:guide id="3" pos="384" userDrawn="1">
          <p15:clr>
            <a:srgbClr val="FBAE40"/>
          </p15:clr>
        </p15:guide>
        <p15:guide id="4" orient="horz" pos="7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D852467-CCA6-5526-19FD-1E4BC3E966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91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440EA75-5E9A-83E5-63E9-FEF54FF9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616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639917E-6567-9F08-C1FF-64AC67659C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26190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24" imgH="623" progId="TCLayout.ActiveDocument.1">
                  <p:embed/>
                </p:oleObj>
              </mc:Choice>
              <mc:Fallback>
                <p:oleObj name="think-cell Slide" r:id="rId7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BF120-52DD-0E8A-154E-64F02ADB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11EF-1334-3FAF-5DEE-4D1B49EDA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4FB6E-B85E-7037-6DA8-009D00002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F722C-C7C7-7F4C-DD66-037DE4A64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2331-8ED6-D2BD-B319-1FE6ED4A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0F059-D808-42DD-B0C7-F202636D5610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EFE18-0A5A-1EF3-9D56-63FD0136E1D9}"/>
              </a:ext>
            </a:extLst>
          </p:cNvPr>
          <p:cNvSpPr/>
          <p:nvPr userDrawn="1"/>
        </p:nvSpPr>
        <p:spPr>
          <a:xfrm>
            <a:off x="12335608" y="0"/>
            <a:ext cx="274320" cy="274320"/>
          </a:xfrm>
          <a:prstGeom prst="rect">
            <a:avLst/>
          </a:prstGeom>
          <a:solidFill>
            <a:srgbClr val="0D2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C36636-E7CA-9F21-CD4D-F0C2377020B0}"/>
              </a:ext>
            </a:extLst>
          </p:cNvPr>
          <p:cNvSpPr/>
          <p:nvPr userDrawn="1"/>
        </p:nvSpPr>
        <p:spPr>
          <a:xfrm>
            <a:off x="12335608" y="368538"/>
            <a:ext cx="274320" cy="274320"/>
          </a:xfrm>
          <a:prstGeom prst="rect">
            <a:avLst/>
          </a:prstGeom>
          <a:solidFill>
            <a:srgbClr val="1B3F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AC9D57-E0A5-F1E5-8F8B-45A9E3C8251C}"/>
              </a:ext>
            </a:extLst>
          </p:cNvPr>
          <p:cNvSpPr/>
          <p:nvPr userDrawn="1"/>
        </p:nvSpPr>
        <p:spPr>
          <a:xfrm>
            <a:off x="12335608" y="737076"/>
            <a:ext cx="274320" cy="274320"/>
          </a:xfrm>
          <a:prstGeom prst="rect">
            <a:avLst/>
          </a:prstGeom>
          <a:solidFill>
            <a:srgbClr val="0066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AA25D6-A90D-47FF-52FA-58059B85D573}"/>
              </a:ext>
            </a:extLst>
          </p:cNvPr>
          <p:cNvSpPr/>
          <p:nvPr userDrawn="1"/>
        </p:nvSpPr>
        <p:spPr>
          <a:xfrm>
            <a:off x="12335608" y="1105614"/>
            <a:ext cx="274320" cy="274320"/>
          </a:xfrm>
          <a:prstGeom prst="rect">
            <a:avLst/>
          </a:prstGeom>
          <a:solidFill>
            <a:srgbClr val="318E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8F3EA-5EB9-9D42-8BB3-BA17ED0EDD63}"/>
              </a:ext>
            </a:extLst>
          </p:cNvPr>
          <p:cNvSpPr/>
          <p:nvPr userDrawn="1"/>
        </p:nvSpPr>
        <p:spPr>
          <a:xfrm>
            <a:off x="12335608" y="1474152"/>
            <a:ext cx="274320" cy="274320"/>
          </a:xfrm>
          <a:prstGeom prst="rect">
            <a:avLst/>
          </a:prstGeom>
          <a:solidFill>
            <a:srgbClr val="7899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9DE357-45C7-0C89-A3AC-2DE19DCC5C2F}"/>
              </a:ext>
            </a:extLst>
          </p:cNvPr>
          <p:cNvSpPr/>
          <p:nvPr userDrawn="1"/>
        </p:nvSpPr>
        <p:spPr>
          <a:xfrm>
            <a:off x="12335608" y="2579769"/>
            <a:ext cx="274320" cy="2743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283569-34F8-E59A-56DA-D3DB8719A2A8}"/>
              </a:ext>
            </a:extLst>
          </p:cNvPr>
          <p:cNvSpPr/>
          <p:nvPr userDrawn="1"/>
        </p:nvSpPr>
        <p:spPr>
          <a:xfrm>
            <a:off x="12335608" y="2211228"/>
            <a:ext cx="274320" cy="274320"/>
          </a:xfrm>
          <a:prstGeom prst="rect">
            <a:avLst/>
          </a:prstGeom>
          <a:solidFill>
            <a:srgbClr val="BC0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510F26-6DD3-3D2F-248D-147A7B0416EC}"/>
              </a:ext>
            </a:extLst>
          </p:cNvPr>
          <p:cNvSpPr/>
          <p:nvPr userDrawn="1"/>
        </p:nvSpPr>
        <p:spPr>
          <a:xfrm>
            <a:off x="12335608" y="1842690"/>
            <a:ext cx="274320" cy="274320"/>
          </a:xfrm>
          <a:prstGeom prst="rect">
            <a:avLst/>
          </a:prstGeom>
          <a:solidFill>
            <a:srgbClr val="C080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6D5B7C-F88E-D3D0-4120-93E321B02702}"/>
              </a:ext>
            </a:extLst>
          </p:cNvPr>
          <p:cNvSpPr txBox="1"/>
          <p:nvPr userDrawn="1"/>
        </p:nvSpPr>
        <p:spPr>
          <a:xfrm>
            <a:off x="12775963" y="-2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#0D2426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BA3E0F-2778-97C6-263E-20CCE0AD4B2A}"/>
              </a:ext>
            </a:extLst>
          </p:cNvPr>
          <p:cNvSpPr txBox="1"/>
          <p:nvPr userDrawn="1"/>
        </p:nvSpPr>
        <p:spPr>
          <a:xfrm>
            <a:off x="12775963" y="368537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#1B3F34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978E0-0C80-C3C9-464E-D0A1C32646A6}"/>
              </a:ext>
            </a:extLst>
          </p:cNvPr>
          <p:cNvSpPr txBox="1"/>
          <p:nvPr userDrawn="1"/>
        </p:nvSpPr>
        <p:spPr>
          <a:xfrm>
            <a:off x="12775963" y="737076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#006663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E6437B-05A5-C957-6FDF-24A7A5F4B1EA}"/>
              </a:ext>
            </a:extLst>
          </p:cNvPr>
          <p:cNvSpPr txBox="1"/>
          <p:nvPr userDrawn="1"/>
        </p:nvSpPr>
        <p:spPr>
          <a:xfrm>
            <a:off x="12775963" y="1105613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#318E9F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8C886B-28C5-D512-5925-457D81AD62B0}"/>
              </a:ext>
            </a:extLst>
          </p:cNvPr>
          <p:cNvSpPr txBox="1"/>
          <p:nvPr userDrawn="1"/>
        </p:nvSpPr>
        <p:spPr>
          <a:xfrm>
            <a:off x="12775963" y="1474150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#78997E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5E0EE8-89F0-2CED-245B-02F29E50A749}"/>
              </a:ext>
            </a:extLst>
          </p:cNvPr>
          <p:cNvSpPr txBox="1"/>
          <p:nvPr userDrawn="1"/>
        </p:nvSpPr>
        <p:spPr>
          <a:xfrm>
            <a:off x="12775963" y="1825625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#C08081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8E5203-170C-7A72-B1EC-94F74502A15B}"/>
              </a:ext>
            </a:extLst>
          </p:cNvPr>
          <p:cNvSpPr txBox="1"/>
          <p:nvPr userDrawn="1"/>
        </p:nvSpPr>
        <p:spPr>
          <a:xfrm>
            <a:off x="12775963" y="2211228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#BC0304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37AFF-B823-CA70-203C-4074A1842735}"/>
              </a:ext>
            </a:extLst>
          </p:cNvPr>
          <p:cNvSpPr txBox="1"/>
          <p:nvPr userDrawn="1"/>
        </p:nvSpPr>
        <p:spPr>
          <a:xfrm>
            <a:off x="12775963" y="2579768"/>
            <a:ext cx="609111" cy="274321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000" dirty="0"/>
              <a:t>#800020</a:t>
            </a:r>
          </a:p>
        </p:txBody>
      </p:sp>
    </p:spTree>
    <p:extLst>
      <p:ext uri="{BB962C8B-B14F-4D97-AF65-F5344CB8AC3E}">
        <p14:creationId xmlns:p14="http://schemas.microsoft.com/office/powerpoint/2010/main" val="186650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5" r:id="rId3"/>
    <p:sldLayoutId id="214748365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66A1-4952-368B-DEA6-21C02F8E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47" y="1784388"/>
            <a:ext cx="10515600" cy="2015657"/>
          </a:xfrm>
        </p:spPr>
        <p:txBody>
          <a:bodyPr vert="horz" wrap="square" anchor="b"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lang="en-US" sz="2400" dirty="0"/>
              <a:t>Investment Memo: Enter agenda nickname here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BAD58F5-D6ED-6F02-DE1A-35A2108DF81B}"/>
              </a:ext>
            </a:extLst>
          </p:cNvPr>
          <p:cNvSpPr txBox="1">
            <a:spLocks/>
          </p:cNvSpPr>
          <p:nvPr/>
        </p:nvSpPr>
        <p:spPr>
          <a:xfrm>
            <a:off x="432847" y="4065783"/>
            <a:ext cx="2150097" cy="40252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</a:rPr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13797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0980-99C1-CDFB-A3A2-BB8CF5DB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Executive Summary: Enter agenda nickname here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EA6E6B2-25DE-1CCF-EF4E-42CC61C87A96}"/>
              </a:ext>
            </a:extLst>
          </p:cNvPr>
          <p:cNvSpPr/>
          <p:nvPr/>
        </p:nvSpPr>
        <p:spPr>
          <a:xfrm>
            <a:off x="612648" y="1188720"/>
            <a:ext cx="109728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/>
              <a:t>Paragraphs for each point.</a:t>
            </a:r>
          </a:p>
        </p:txBody>
      </p:sp>
    </p:spTree>
    <p:extLst>
      <p:ext uri="{BB962C8B-B14F-4D97-AF65-F5344CB8AC3E}">
        <p14:creationId xmlns:p14="http://schemas.microsoft.com/office/powerpoint/2010/main" val="345840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C55739-78AA-93A6-CF53-33E358EA4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5733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560E-7FA3-474D-413D-532D0CAA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SG" dirty="0"/>
            </a:br>
            <a:r>
              <a:rPr lang="en-SG" dirty="0"/>
              <a:t>Short sentence about topic</a:t>
            </a:r>
          </a:p>
        </p:txBody>
      </p:sp>
    </p:spTree>
    <p:extLst>
      <p:ext uri="{BB962C8B-B14F-4D97-AF65-F5344CB8AC3E}">
        <p14:creationId xmlns:p14="http://schemas.microsoft.com/office/powerpoint/2010/main" val="183619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4BCC-7589-9C21-7937-03DCB28E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criteria: Enter company name here</a:t>
            </a:r>
            <a:endParaRPr lang="en-SG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13C6190-65A1-5AFD-CAA7-3207BE00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123531"/>
              </p:ext>
            </p:extLst>
          </p:nvPr>
        </p:nvGraphicFramePr>
        <p:xfrm>
          <a:off x="609600" y="1269296"/>
          <a:ext cx="10960729" cy="4937760"/>
        </p:xfrm>
        <a:graphic>
          <a:graphicData uri="http://schemas.openxmlformats.org/drawingml/2006/table">
            <a:tbl>
              <a:tblPr/>
              <a:tblGrid>
                <a:gridCol w="211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5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Inter"/>
                          <a:ea typeface="Calibri"/>
                          <a:cs typeface="Calibri"/>
                        </a:rPr>
                        <a:t>Key Factors for Assessment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/>
                          <a:ea typeface="Calibri"/>
                          <a:cs typeface="Calibri"/>
                        </a:rPr>
                        <a:t>Comments</a:t>
                      </a: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Strategic Fit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Inter"/>
                          <a:ea typeface="Calibri"/>
                          <a:cs typeface="Calibri"/>
                        </a:rPr>
                        <a:t>Attractiveness of Investment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1. Market size and scalability</a:t>
                      </a: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2. Competitive edge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3. Team experience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4. Revenue / profit potential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5. Valuation / Exit &amp; Return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B3F34"/>
                          </a:solidFill>
                          <a:latin typeface="Inter"/>
                          <a:ea typeface="Calibri"/>
                          <a:cs typeface="Calibri"/>
                        </a:rPr>
                        <a:t>6. Risk Mitigants</a:t>
                      </a:r>
                      <a:endParaRPr lang="en-US" sz="110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 typeface="Arial"/>
                        <a:buNone/>
                      </a:pPr>
                      <a:endParaRPr lang="en-US" sz="1100" dirty="0">
                        <a:latin typeface="Inter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B17806-0CE5-6AC3-55A8-A0735B75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9790217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Project A">
      <a:dk1>
        <a:srgbClr val="1B3F34"/>
      </a:dk1>
      <a:lt1>
        <a:sysClr val="window" lastClr="FFFFFF"/>
      </a:lt1>
      <a:dk2>
        <a:srgbClr val="318E9F"/>
      </a:dk2>
      <a:lt2>
        <a:srgbClr val="E8E8E8"/>
      </a:lt2>
      <a:accent1>
        <a:srgbClr val="0D2426"/>
      </a:accent1>
      <a:accent2>
        <a:srgbClr val="1B3F34"/>
      </a:accent2>
      <a:accent3>
        <a:srgbClr val="006663"/>
      </a:accent3>
      <a:accent4>
        <a:srgbClr val="318E9F"/>
      </a:accent4>
      <a:accent5>
        <a:srgbClr val="78997E"/>
      </a:accent5>
      <a:accent6>
        <a:srgbClr val="BC0304"/>
      </a:accent6>
      <a:hlink>
        <a:srgbClr val="0000FF"/>
      </a:hlink>
      <a:folHlink>
        <a:srgbClr val="9ADCFE"/>
      </a:folHlink>
    </a:clrScheme>
    <a:fontScheme name="Inter">
      <a:majorFont>
        <a:latin typeface="Inter Medium"/>
        <a:ea typeface=""/>
        <a:cs typeface=""/>
      </a:majorFont>
      <a:minorFont>
        <a:latin typeface="Inter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oject A - Presentation Template - vDraft" id="{0C3599F3-0CFE-4877-9865-62CF6AD85431}" vid="{84405CD7-7123-4CC6-A5E3-C486B7F52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F50E47294454D83285E69AAA71A72" ma:contentTypeVersion="10" ma:contentTypeDescription="Create a new document." ma:contentTypeScope="" ma:versionID="a0f9d8d8d8641ddad3685adf9dc2bed7">
  <xsd:schema xmlns:xsd="http://www.w3.org/2001/XMLSchema" xmlns:xs="http://www.w3.org/2001/XMLSchema" xmlns:p="http://schemas.microsoft.com/office/2006/metadata/properties" xmlns:ns2="7fa452e0-f4b5-43b9-9423-17819936579f" xmlns:ns3="e47d1cdd-e754-4ef0-857c-fe2b1b90bfd8" targetNamespace="http://schemas.microsoft.com/office/2006/metadata/properties" ma:root="true" ma:fieldsID="a1065f63d562405b56776f6534ff90b9" ns2:_="" ns3:_="">
    <xsd:import namespace="7fa452e0-f4b5-43b9-9423-17819936579f"/>
    <xsd:import namespace="e47d1cdd-e754-4ef0-857c-fe2b1b90b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a452e0-f4b5-43b9-9423-1781993657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4ded6bd-e794-4645-9781-86246a0f73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d1cdd-e754-4ef0-857c-fe2b1b90bfd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29d235-6d4e-4f77-8df4-ff739a263c46}" ma:internalName="TaxCatchAll" ma:showField="CatchAllData" ma:web="e47d1cdd-e754-4ef0-857c-fe2b1b90bfd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a452e0-f4b5-43b9-9423-17819936579f">
      <Terms xmlns="http://schemas.microsoft.com/office/infopath/2007/PartnerControls"/>
    </lcf76f155ced4ddcb4097134ff3c332f>
    <TaxCatchAll xmlns="e47d1cdd-e754-4ef0-857c-fe2b1b90bfd8" xsi:nil="true"/>
  </documentManagement>
</p:properties>
</file>

<file path=customXml/itemProps1.xml><?xml version="1.0" encoding="utf-8"?>
<ds:datastoreItem xmlns:ds="http://schemas.openxmlformats.org/officeDocument/2006/customXml" ds:itemID="{5A4F82C9-6C78-4F35-BD5C-2E2CAF5223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A8BCFF-253D-4E9C-B919-0392CAFFE1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a452e0-f4b5-43b9-9423-17819936579f"/>
    <ds:schemaRef ds:uri="e47d1cdd-e754-4ef0-857c-fe2b1b90b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38B430-B851-40E7-9712-EC7F29BA0970}">
  <ds:schemaRefs>
    <ds:schemaRef ds:uri="http://schemas.microsoft.com/office/2006/metadata/properties"/>
    <ds:schemaRef ds:uri="http://schemas.microsoft.com/office/infopath/2007/PartnerControls"/>
    <ds:schemaRef ds:uri="7fa452e0-f4b5-43b9-9423-17819936579f"/>
    <ds:schemaRef ds:uri="e47d1cdd-e754-4ef0-857c-fe2b1b90bf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 - Presentation Template - vDraft</Template>
  <TotalTime>8551</TotalTime>
  <Words>78</Words>
  <Application>Microsoft Office PowerPoint</Application>
  <PresentationFormat>Widescreen</PresentationFormat>
  <Paragraphs>18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</vt:lpstr>
      <vt:lpstr>Inter Light</vt:lpstr>
      <vt:lpstr>Inter Medium</vt:lpstr>
      <vt:lpstr>Aptos</vt:lpstr>
      <vt:lpstr>Arial</vt:lpstr>
      <vt:lpstr>Office Theme</vt:lpstr>
      <vt:lpstr>think-cell Slide</vt:lpstr>
      <vt:lpstr>  Investment Memo: Enter agenda nickname here</vt:lpstr>
      <vt:lpstr>Executive Summary: Enter agenda nickname here</vt:lpstr>
      <vt:lpstr>PowerPoint Presentation</vt:lpstr>
      <vt:lpstr> Short sentence about topic</vt:lpstr>
      <vt:lpstr>Investment criteria: Enter company name here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K17</dc:creator>
  <cp:lastModifiedBy>Zheng Yang Tee</cp:lastModifiedBy>
  <cp:revision>111</cp:revision>
  <dcterms:created xsi:type="dcterms:W3CDTF">2024-12-21T06:54:51Z</dcterms:created>
  <dcterms:modified xsi:type="dcterms:W3CDTF">2026-04-09T09:42:57Z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0x010100E43F50E47294454D83285E69AAA71A72</vt:lpwstr>
  </property>
</Properties>
</file>